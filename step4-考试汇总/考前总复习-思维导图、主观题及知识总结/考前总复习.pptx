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4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66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83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58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68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65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15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01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11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5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DE5B1-9437-429D-933A-EA25206CFA5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22EEA-6080-47D2-8932-CCDCA31E5E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3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考前总复习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6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87927" y="413794"/>
            <a:ext cx="5883564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68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smtClean="0"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一、认定方式</a:t>
            </a:r>
            <a:endParaRPr lang="zh-CN" altLang="zh-CN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人工智能训练师（三级）的认定方式分为理论知识考试和操作技能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考核</a:t>
            </a:r>
            <a:r>
              <a:rPr lang="zh-CN" altLang="zh-CN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kern="10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理论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知识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考试采用闭卷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机考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方式，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操作技能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考核</a:t>
            </a:r>
            <a:r>
              <a:rPr lang="zh-CN" altLang="zh-CN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采用计算机</a:t>
            </a:r>
            <a:r>
              <a:rPr lang="zh-CN" altLang="zh-CN" kern="10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机考</a:t>
            </a:r>
            <a:r>
              <a:rPr lang="zh-CN" altLang="zh-CN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方式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。理论知识考试和操作技能考核均实行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百分制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成绩皆达</a:t>
            </a:r>
            <a:r>
              <a:rPr lang="en-US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60</a:t>
            </a:r>
            <a:r>
              <a:rPr lang="zh-CN" altLang="zh-CN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分及以上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者为合格。理论知识或操作技能不及格者可按规定分别补考。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64" y="3456776"/>
            <a:ext cx="6012627" cy="24775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420" y="1203769"/>
            <a:ext cx="5591416" cy="276393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655" y="3960009"/>
            <a:ext cx="5591418" cy="18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8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0" y="175492"/>
            <a:ext cx="11305309" cy="66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8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36" y="258619"/>
            <a:ext cx="11240992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8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893"/>
            <a:ext cx="12192000" cy="555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848"/>
            <a:ext cx="12192000" cy="558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2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</Words>
  <Application>Microsoft Office PowerPoint</Application>
  <PresentationFormat>宽屏</PresentationFormat>
  <Paragraphs>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幼圆</vt:lpstr>
      <vt:lpstr>Arial</vt:lpstr>
      <vt:lpstr>Times New Roman</vt:lpstr>
      <vt:lpstr>Office 主题​​</vt:lpstr>
      <vt:lpstr>考前总复习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考前总复习</dc:title>
  <dc:creator>Administrator</dc:creator>
  <cp:lastModifiedBy>Administrator</cp:lastModifiedBy>
  <cp:revision>3</cp:revision>
  <dcterms:created xsi:type="dcterms:W3CDTF">2025-11-19T09:51:25Z</dcterms:created>
  <dcterms:modified xsi:type="dcterms:W3CDTF">2025-11-19T09:57:43Z</dcterms:modified>
</cp:coreProperties>
</file>